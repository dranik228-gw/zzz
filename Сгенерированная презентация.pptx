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20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10.xml"/>
  <Override ContentType="application/vnd.openxmlformats-officedocument.theme+xml" PartName="/ppt/theme/theme11.xml"/>
  <Override ContentType="application/vnd.openxmlformats-officedocument.theme+xml" PartName="/ppt/theme/theme12.xml"/>
  <Override ContentType="application/vnd.openxmlformats-officedocument.theme+xml" PartName="/ppt/theme/theme13.xml"/>
  <Override ContentType="application/vnd.openxmlformats-officedocument.theme+xml" PartName="/ppt/theme/theme14.xml"/>
  <Override ContentType="application/vnd.openxmlformats-officedocument.theme+xml" PartName="/ppt/theme/theme15.xml"/>
  <Override ContentType="application/vnd.openxmlformats-officedocument.theme+xml" PartName="/ppt/theme/theme16.xml"/>
  <Override ContentType="application/vnd.openxmlformats-officedocument.theme+xml" PartName="/ppt/theme/theme17.xml"/>
  <Override ContentType="application/vnd.openxmlformats-officedocument.theme+xml" PartName="/ppt/theme/theme18.xml"/>
  <Override ContentType="application/vnd.openxmlformats-officedocument.theme+xml" PartName="/ppt/theme/theme19.xml"/>
  <Override ContentType="application/vnd.openxmlformats-officedocument.theme+xml" PartName="/ppt/theme/theme2.xml"/>
  <Override ContentType="application/vnd.openxmlformats-officedocument.theme+xml" PartName="/ppt/theme/theme20.xml"/>
  <Override ContentType="application/vnd.openxmlformats-officedocument.theme+xml" PartName="/ppt/theme/theme21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theme+xml" PartName="/ppt/theme/theme8.xml"/>
  <Override ContentType="application/vnd.openxmlformats-officedocument.theme+xml" PartName="/ppt/theme/theme9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  <p:sldMasterId id="2147483649" r:id="rId4"/>
    <p:sldMasterId id="2147483650" r:id="rId6"/>
    <p:sldMasterId id="2147483651" r:id="rId8"/>
    <p:sldMasterId id="2147483652" r:id="rId10"/>
    <p:sldMasterId id="2147483653" r:id="rId12"/>
    <p:sldMasterId id="2147483654" r:id="rId14"/>
    <p:sldMasterId id="2147483655" r:id="rId16"/>
    <p:sldMasterId id="2147483656" r:id="rId18"/>
    <p:sldMasterId id="2147483657" r:id="rId20"/>
    <p:sldMasterId id="2147483658" r:id="rId22"/>
    <p:sldMasterId id="2147483659" r:id="rId24"/>
    <p:sldMasterId id="2147483660" r:id="rId26"/>
    <p:sldMasterId id="2147483661" r:id="rId28"/>
    <p:sldMasterId id="2147483662" r:id="rId30"/>
    <p:sldMasterId id="2147483663" r:id="rId32"/>
    <p:sldMasterId id="2147483664" r:id="rId34"/>
    <p:sldMasterId id="2147483665" r:id="rId36"/>
    <p:sldMasterId id="2147483666" r:id="rId38"/>
    <p:sldMasterId id="2147483667" r:id="rId40"/>
    <p:sldMasterId id="2147483668" r:id="rId42"/>
  </p:sldMasterIdLst>
  <p:sldIdLst>
    <p:sldId id="256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67" r:id="rId54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18" Target="slideMasters/slideMaster9.xml" Type="http://schemas.openxmlformats.org/officeDocument/2006/relationships/slideMaster"/>
  <Relationship Id="rId16" Target="slideMasters/slideMaster8.xml" Type="http://schemas.openxmlformats.org/officeDocument/2006/relationships/slideMaster"/>
  <Relationship Id="rId11" Target="theme/theme6.xml" Type="http://schemas.openxmlformats.org/officeDocument/2006/relationships/theme"/>
  <Relationship Id="rId30" Target="slideMasters/slideMaster15.xml" Type="http://schemas.openxmlformats.org/officeDocument/2006/relationships/slideMaster"/>
  <Relationship Id="rId12" Target="slideMasters/slideMaster6.xml" Type="http://schemas.openxmlformats.org/officeDocument/2006/relationships/slideMaster"/>
  <Relationship Id="rId36" Target="slideMasters/slideMaster18.xml" Type="http://schemas.openxmlformats.org/officeDocument/2006/relationships/slideMaster"/>
  <Relationship Id="rId42" Target="slideMasters/slideMaster21.xml" Type="http://schemas.openxmlformats.org/officeDocument/2006/relationships/slideMaster"/>
  <Relationship Id="rId1" Target="theme/theme1.xml" Type="http://schemas.openxmlformats.org/officeDocument/2006/relationships/theme"/>
  <Relationship Id="rId31" Target="theme/theme16.xml" Type="http://schemas.openxmlformats.org/officeDocument/2006/relationships/theme"/>
  <Relationship Id="rId27" Target="theme/theme14.xml" Type="http://schemas.openxmlformats.org/officeDocument/2006/relationships/theme"/>
  <Relationship Id="rId46" Target="slides/slide4.xml" Type="http://schemas.openxmlformats.org/officeDocument/2006/relationships/slide"/>
  <Relationship Id="rId13" Target="theme/theme7.xml" Type="http://schemas.openxmlformats.org/officeDocument/2006/relationships/theme"/>
  <Relationship Id="rId32" Target="slideMasters/slideMaster16.xml" Type="http://schemas.openxmlformats.org/officeDocument/2006/relationships/slideMaster"/>
  <Relationship Id="rId54" Target="slides/slide12.xml" Type="http://schemas.openxmlformats.org/officeDocument/2006/relationships/slide"/>
  <Relationship Id="rId3" Target="theme/theme2.xml" Type="http://schemas.openxmlformats.org/officeDocument/2006/relationships/theme"/>
  <Relationship Id="rId21" Target="theme/theme11.xml" Type="http://schemas.openxmlformats.org/officeDocument/2006/relationships/theme"/>
  <Relationship Id="rId48" Target="slides/slide6.xml" Type="http://schemas.openxmlformats.org/officeDocument/2006/relationships/slide"/>
  <Relationship Id="rId38" Target="slideMasters/slideMaster19.xml" Type="http://schemas.openxmlformats.org/officeDocument/2006/relationships/slideMaster"/>
  <Relationship Id="rId53" Target="slides/slide11.xml" Type="http://schemas.openxmlformats.org/officeDocument/2006/relationships/slide"/>
  <Relationship Id="rId29" Target="theme/theme15.xml" Type="http://schemas.openxmlformats.org/officeDocument/2006/relationships/theme"/>
  <Relationship Id="rId41" Target="theme/theme21.xml" Type="http://schemas.openxmlformats.org/officeDocument/2006/relationships/theme"/>
  <Relationship Id="rId10" Target="slideMasters/slideMaster5.xml" Type="http://schemas.openxmlformats.org/officeDocument/2006/relationships/slideMaster"/>
  <Relationship Id="rId28" Target="slideMasters/slideMaster14.xml" Type="http://schemas.openxmlformats.org/officeDocument/2006/relationships/slideMaster"/>
  <Relationship Id="rId24" Target="slideMasters/slideMaster12.xml" Type="http://schemas.openxmlformats.org/officeDocument/2006/relationships/slideMaster"/>
  <Relationship Id="rId44" Target="slides/slide2.xml" Type="http://schemas.openxmlformats.org/officeDocument/2006/relationships/slide"/>
  <Relationship Id="rId49" Target="slides/slide7.xml" Type="http://schemas.openxmlformats.org/officeDocument/2006/relationships/slide"/>
  <Relationship Id="rId2" Target="slideMasters/slideMaster1.xml" Type="http://schemas.openxmlformats.org/officeDocument/2006/relationships/slideMaster"/>
  <Relationship Id="rId35" Target="theme/theme18.xml" Type="http://schemas.openxmlformats.org/officeDocument/2006/relationships/theme"/>
  <Relationship Id="rId8" Target="slideMasters/slideMaster4.xml" Type="http://schemas.openxmlformats.org/officeDocument/2006/relationships/slideMaster"/>
  <Relationship Id="rId6" Target="slideMasters/slideMaster3.xml" Type="http://schemas.openxmlformats.org/officeDocument/2006/relationships/slideMaster"/>
  <Relationship Id="rId45" Target="slides/slide3.xml" Type="http://schemas.openxmlformats.org/officeDocument/2006/relationships/slide"/>
  <Relationship Id="rId15" Target="theme/theme8.xml" Type="http://schemas.openxmlformats.org/officeDocument/2006/relationships/theme"/>
  <Relationship Id="rId34" Target="slideMasters/slideMaster17.xml" Type="http://schemas.openxmlformats.org/officeDocument/2006/relationships/slideMaster"/>
  <Relationship Id="rId23" Target="theme/theme12.xml" Type="http://schemas.openxmlformats.org/officeDocument/2006/relationships/theme"/>
  <Relationship Id="rId7" Target="theme/theme4.xml" Type="http://schemas.openxmlformats.org/officeDocument/2006/relationships/theme"/>
  <Relationship Id="rId20" Target="slideMasters/slideMaster10.xml" Type="http://schemas.openxmlformats.org/officeDocument/2006/relationships/slideMaster"/>
  <Relationship Id="rId51" Target="slides/slide9.xml" Type="http://schemas.openxmlformats.org/officeDocument/2006/relationships/slide"/>
  <Relationship Id="rId50" Target="slides/slide8.xml" Type="http://schemas.openxmlformats.org/officeDocument/2006/relationships/slide"/>
  <Relationship Id="rId14" Target="slideMasters/slideMaster7.xml" Type="http://schemas.openxmlformats.org/officeDocument/2006/relationships/slideMaster"/>
  <Relationship Id="rId26" Target="slideMasters/slideMaster13.xml" Type="http://schemas.openxmlformats.org/officeDocument/2006/relationships/slideMaster"/>
  <Relationship Id="rId43" Target="slides/slide1.xml" Type="http://schemas.openxmlformats.org/officeDocument/2006/relationships/slide"/>
  <Relationship Id="rId33" Target="theme/theme17.xml" Type="http://schemas.openxmlformats.org/officeDocument/2006/relationships/theme"/>
  <Relationship Id="rId47" Target="slides/slide5.xml" Type="http://schemas.openxmlformats.org/officeDocument/2006/relationships/slide"/>
  <Relationship Id="rId39" Target="theme/theme20.xml" Type="http://schemas.openxmlformats.org/officeDocument/2006/relationships/theme"/>
  <Relationship Id="rId5" Target="theme/theme3.xml" Type="http://schemas.openxmlformats.org/officeDocument/2006/relationships/theme"/>
  <Relationship Id="rId40" Target="slideMasters/slideMaster20.xml" Type="http://schemas.openxmlformats.org/officeDocument/2006/relationships/slideMaster"/>
  <Relationship Id="rId17" Target="theme/theme9.xml" Type="http://schemas.openxmlformats.org/officeDocument/2006/relationships/theme"/>
  <Relationship Id="rId19" Target="theme/theme10.xml" Type="http://schemas.openxmlformats.org/officeDocument/2006/relationships/theme"/>
  <Relationship Id="rId55" Target="tableStyles.xml" Type="http://schemas.openxmlformats.org/officeDocument/2006/relationships/tableStyles"/>
  <Relationship Id="rId22" Target="slideMasters/slideMaster11.xml" Type="http://schemas.openxmlformats.org/officeDocument/2006/relationships/slideMaster"/>
  <Relationship Id="rId25" Target="theme/theme13.xml" Type="http://schemas.openxmlformats.org/officeDocument/2006/relationships/theme"/>
  <Relationship Id="rId52" Target="slides/slide10.xml" Type="http://schemas.openxmlformats.org/officeDocument/2006/relationships/slide"/>
  <Relationship Id="rId9" Target="theme/theme5.xml" Type="http://schemas.openxmlformats.org/officeDocument/2006/relationships/theme"/>
  <Relationship Id="rId4" Target="slideMasters/slideMaster2.xml" Type="http://schemas.openxmlformats.org/officeDocument/2006/relationships/slideMaster"/>
  <Relationship Id="rId37" Target="theme/theme19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8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20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3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20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4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3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2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8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4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5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1.xml" Type="http://schemas.openxmlformats.org/officeDocument/2006/relationships/slideMaster"/>
</Relationships>

</file>

<file path=ppt/slideLayouts/_rels/slideLayout12.xml.rels><?xml version="1.0" encoding="UTF-8" standalone="no" ?>
<Relationships xmlns="http://schemas.openxmlformats.org/package/2006/relationships">
  <Relationship Id="rId1" Target="../slideMasters/slideMaster21.xml" Type="http://schemas.openxmlformats.org/officeDocument/2006/relationships/slideMaster"/>
</Relationships>

</file>

<file path=ppt/slideLayouts/_rels/slideLayout13.xml.rels><?xml version="1.0" encoding="UTF-8" standalone="no" ?>
<Relationships xmlns="http://schemas.openxmlformats.org/package/2006/relationships">
  <Relationship Id="rId1" Target="../slideMasters/slideMaster19.xml" Type="http://schemas.openxmlformats.org/officeDocument/2006/relationships/slideMaster"/>
</Relationships>

</file>

<file path=ppt/slideLayouts/_rels/slideLayout14.xml.rels><?xml version="1.0" encoding="UTF-8" standalone="no" ?>
<Relationships xmlns="http://schemas.openxmlformats.org/package/2006/relationships">
  <Relationship Id="rId1" Target="../slideMasters/slideMaster5.xml" Type="http://schemas.openxmlformats.org/officeDocument/2006/relationships/slideMaster"/>
</Relationships>

</file>

<file path=ppt/slideLayouts/_rels/slideLayout15.xml.rels><?xml version="1.0" encoding="UTF-8" standalone="no" ?>
<Relationships xmlns="http://schemas.openxmlformats.org/package/2006/relationships">
  <Relationship Id="rId1" Target="../slideMasters/slideMaster17.xml" Type="http://schemas.openxmlformats.org/officeDocument/2006/relationships/slideMaster"/>
</Relationships>

</file>

<file path=ppt/slideLayouts/_rels/slideLayout16.xml.rels><?xml version="1.0" encoding="UTF-8" standalone="no" ?>
<Relationships xmlns="http://schemas.openxmlformats.org/package/2006/relationships">
  <Relationship Id="rId1" Target="../slideMasters/slideMaster16.xml" Type="http://schemas.openxmlformats.org/officeDocument/2006/relationships/slideMaster"/>
</Relationships>

</file>

<file path=ppt/slideLayouts/_rels/slideLayout17.xml.rels><?xml version="1.0" encoding="UTF-8" standalone="no" ?>
<Relationships xmlns="http://schemas.openxmlformats.org/package/2006/relationships">
  <Relationship Id="rId1" Target="../slideMasters/slideMaster6.xml" Type="http://schemas.openxmlformats.org/officeDocument/2006/relationships/slideMaster"/>
</Relationships>

</file>

<file path=ppt/slideLayouts/_rels/slideLayout18.xml.rels><?xml version="1.0" encoding="UTF-8" standalone="no" ?>
<Relationships xmlns="http://schemas.openxmlformats.org/package/2006/relationships">
  <Relationship Id="rId1" Target="../slideMasters/slideMaster7.xml" Type="http://schemas.openxmlformats.org/officeDocument/2006/relationships/slideMaster"/>
</Relationships>

</file>

<file path=ppt/slideLayouts/_rels/slideLayout19.xml.rels><?xml version="1.0" encoding="UTF-8" standalone="no" ?>
<Relationships xmlns="http://schemas.openxmlformats.org/package/2006/relationships">
  <Relationship Id="rId1" Target="../slideMasters/slideMaster10.xml" Type="http://schemas.openxmlformats.org/officeDocument/2006/relationships/slideMaster"/>
</Relationships>

</file>

<file path=ppt/slideLayouts/_rels/slideLayout20.xml.rels><?xml version="1.0" encoding="UTF-8" standalone="no" ?>
<Relationships xmlns="http://schemas.openxmlformats.org/package/2006/relationships">
  <Relationship Id="rId1" Target="../slideMasters/slideMaster12.xml" Type="http://schemas.openxmlformats.org/officeDocument/2006/relationships/slideMaster"/>
</Relationships>

</file>

<file path=ppt/slideLayouts/_rels/slideLayout21.xml.rels><?xml version="1.0" encoding="UTF-8" standalone="no" ?>
<Relationships xmlns="http://schemas.openxmlformats.org/package/2006/relationships">
  <Relationship Id="rId1" Target="../slideMasters/slideMaster9.xml" Type="http://schemas.openxmlformats.org/officeDocument/2006/relationships/slideMaster"/>
</Relationships>

</file>

<file path=ppt/slideLayouts/_rels/slideLayout2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40" name="GroupShape 14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1" name="Shape 141"/>
          <p:cNvSpPr txBox="true"/>
          <p:nvPr isPhoto="false">
            <p:ph idx="9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42" name="Shape 142"/>
          <p:cNvSpPr txBox="true"/>
          <p:nvPr isPhoto="false">
            <p:ph idx="9" type="subTitle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32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43" name="Shape 14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44" name="Shape 14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8C9B99E-099F-4DB2-9BFC-738D6DAC7961}" type="slidenum">
              <a:t>&lt;#&gt;</a:t>
            </a:fld>
          </a:p>
        </p:txBody>
      </p:sp>
      <p:sp>
        <p:nvSpPr>
          <p:cNvPr hidden="false" id="145" name="Shape 14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72" name="GroupShape 17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3" name="Shape 173"/>
          <p:cNvSpPr txBox="true"/>
          <p:nvPr isPhoto="false">
            <p:ph idx="10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74" name="Shape 174"/>
          <p:cNvSpPr txBox="true"/>
          <p:nvPr isPhoto="false">
            <p:ph idx="10" type="subTitle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32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75" name="Shape 17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76" name="Shape 17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9A61178-6FC7-4A33-97D2-0B4BEC2507AF}" type="slidenum">
              <a:t>&lt;#&gt;</a:t>
            </a:fld>
          </a:p>
        </p:txBody>
      </p:sp>
      <p:sp>
        <p:nvSpPr>
          <p:cNvPr hidden="false" id="177" name="Shape 17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82" name="GroupShape 1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3" name="Shape 183"/>
          <p:cNvSpPr txBox="true"/>
          <p:nvPr isPhoto="false">
            <p:ph idx="6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84" name="Shape 184"/>
          <p:cNvSpPr txBox="true"/>
          <p:nvPr isPhoto="false">
            <p:ph idx="6" type="subTitle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85" name="Shape 18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86" name="Shape 18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13CD6CC-A26E-48F6-A89F-C1E0EF45BB36}" type="slidenum">
              <a:t>&lt;#&gt;</a:t>
            </a:fld>
          </a:p>
        </p:txBody>
      </p:sp>
      <p:sp>
        <p:nvSpPr>
          <p:cNvPr hidden="false" id="187" name="Shape 18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146" name="GroupShape 14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7" name="Shape 147"/>
          <p:cNvSpPr txBox="true"/>
          <p:nvPr isPhoto="false">
            <p:ph idx="10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48" name="Shape 148"/>
          <p:cNvSpPr txBox="true"/>
          <p:nvPr isPhoto="false">
            <p:ph idx="10" type="body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49" name="Shape 14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50" name="Shape 15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BD57B45-8FFA-4A4E-9887-C8342C82BAE7}" type="slidenum">
              <a:t>&lt;#&gt;</a:t>
            </a:fld>
          </a:p>
        </p:txBody>
      </p:sp>
      <p:sp>
        <p:nvSpPr>
          <p:cNvPr hidden="false" id="151" name="Shape 15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212" name="GroupShape 2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3" name="Shape 213"/>
          <p:cNvSpPr txBox="true"/>
          <p:nvPr isPhoto="false">
            <p:ph idx="7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14" name="Shape 214"/>
          <p:cNvSpPr txBox="true"/>
          <p:nvPr isPhoto="false">
            <p:ph idx="7" type="body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15" name="Shape 2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216" name="Shape 2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2A40C3E-7EE9-46F1-BC49-662C2D183358}" type="slidenum">
              <a:t>&lt;#&gt;</a:t>
            </a:fld>
          </a:p>
        </p:txBody>
      </p:sp>
      <p:sp>
        <p:nvSpPr>
          <p:cNvPr hidden="false" id="217" name="Shape 21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06" name="GroupShape 10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7" name="Shape 107"/>
          <p:cNvSpPr txBox="true"/>
          <p:nvPr isPhoto="false">
            <p:ph idx="2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08" name="Shape 10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09" name="Shape 10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4923357-2850-4BA7-9866-E1CC22AE5DAE}" type="slidenum">
              <a:t>&lt;#&gt;</a:t>
            </a:fld>
          </a:p>
        </p:txBody>
      </p:sp>
      <p:sp>
        <p:nvSpPr>
          <p:cNvPr hidden="false" id="110" name="Shape 11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98" name="GroupShape 19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99" name="Shape 199"/>
          <p:cNvSpPr txBox="true"/>
          <p:nvPr isPhoto="false">
            <p:ph idx="1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00" name="Shape 20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201" name="Shape 20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B8BA5F3-366B-449E-AECC-E9DD3CAABA1C}" type="slidenum">
              <a:t>&lt;#&gt;</a:t>
            </a:fld>
          </a:p>
        </p:txBody>
      </p:sp>
      <p:sp>
        <p:nvSpPr>
          <p:cNvPr hidden="false" id="202" name="Shape 20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207" name="GroupShape 20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8" name="Shape 208"/>
          <p:cNvSpPr txBox="true"/>
          <p:nvPr isPhoto="false">
            <p:ph idx="4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09" name="Shape 20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210" name="Shape 21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9239A4D-FCCE-418A-BEF1-721C2914AAD6}" type="slidenum">
              <a:t>&lt;#&gt;</a:t>
            </a:fld>
          </a:p>
        </p:txBody>
      </p:sp>
      <p:sp>
        <p:nvSpPr>
          <p:cNvPr hidden="false" id="211" name="Shape 21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11" name="GroupShape 1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2" name="Shape 112"/>
          <p:cNvSpPr txBox="true"/>
          <p:nvPr isPhoto="false">
            <p:ph idx="3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13" name="Shape 113"/>
          <p:cNvSpPr txBox="true"/>
          <p:nvPr isPhoto="false">
            <p:ph idx="3" type="body"/>
          </p:nvPr>
        </p:nvSpPr>
        <p:spPr>
          <a:xfrm flipH="false" flipV="false" rot="0"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14" name="Shape 114"/>
          <p:cNvSpPr txBox="true"/>
          <p:nvPr isPhoto="false">
            <p:ph idx="3" type="body"/>
          </p:nvPr>
        </p:nvSpPr>
        <p:spPr>
          <a:xfrm flipH="false" flipV="false" rot="0"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15" name="Shape 1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16" name="Shape 1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ED26E94-2C6B-45A9-956A-03ADBF6B48B3}" type="slidenum">
              <a:t>&lt;#&gt;</a:t>
            </a:fld>
          </a:p>
        </p:txBody>
      </p:sp>
      <p:sp>
        <p:nvSpPr>
          <p:cNvPr hidden="false" id="117" name="Shape 11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26" name="GroupShape 12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7" name="Shape 127"/>
          <p:cNvSpPr txBox="true"/>
          <p:nvPr isPhoto="false">
            <p:ph idx="8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28" name="Shape 128"/>
          <p:cNvSpPr txBox="true"/>
          <p:nvPr isPhoto="false">
            <p:ph idx="8" type="body"/>
          </p:nvPr>
        </p:nvSpPr>
        <p:spPr>
          <a:xfrm flipH="false" flipV="false" rot="0"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29" name="Shape 129"/>
          <p:cNvSpPr txBox="true"/>
          <p:nvPr isPhoto="false">
            <p:ph idx="8" type="body"/>
          </p:nvPr>
        </p:nvSpPr>
        <p:spPr>
          <a:xfrm flipH="false" flipV="false" rot="0"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30" name="Shape 13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31" name="Shape 13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4C65EB0-E59B-4285-B819-CA0583A68E97}" type="slidenum">
              <a:t>&lt;#&gt;</a:t>
            </a:fld>
          </a:p>
        </p:txBody>
      </p:sp>
      <p:sp>
        <p:nvSpPr>
          <p:cNvPr hidden="false" id="132" name="Shape 13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33" name="GroupShape 13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4" name="Shape 134"/>
          <p:cNvSpPr txBox="true"/>
          <p:nvPr isPhoto="false">
            <p:ph idx="5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35" name="Shape 135"/>
          <p:cNvSpPr txBox="true"/>
          <p:nvPr isPhoto="false">
            <p:ph idx="5" type="body"/>
          </p:nvPr>
        </p:nvSpPr>
        <p:spPr>
          <a:xfrm flipH="false" flipV="false" rot="0"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36" name="Shape 136"/>
          <p:cNvSpPr txBox="true"/>
          <p:nvPr isPhoto="false">
            <p:ph idx="5" type="body"/>
          </p:nvPr>
        </p:nvSpPr>
        <p:spPr>
          <a:xfrm flipH="false" flipV="false" rot="0"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37" name="Shape 13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38" name="Shape 13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A79C5133-1FD7-4024-972F-8B67F46C28BB}" type="slidenum">
              <a:t>&lt;#&gt;</a:t>
            </a:fld>
          </a:p>
        </p:txBody>
      </p:sp>
      <p:sp>
        <p:nvSpPr>
          <p:cNvPr hidden="false" id="139" name="Shape 13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18" name="GroupShape 1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9" name="Shape 11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20" name="Shape 12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20BA68B-88CC-4706-9D4A-FFF86921593A}" type="slidenum">
              <a:t>&lt;#&gt;</a:t>
            </a:fld>
          </a:p>
        </p:txBody>
      </p:sp>
      <p:sp>
        <p:nvSpPr>
          <p:cNvPr hidden="false" id="121" name="Shape 12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22" name="GroupShape 1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3" name="Shape 12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24" name="Shape 12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F021966-9473-4B66-BA51-C096CBE67BC5}" type="slidenum">
              <a:t>&lt;#&gt;</a:t>
            </a:fld>
          </a:p>
        </p:txBody>
      </p:sp>
      <p:sp>
        <p:nvSpPr>
          <p:cNvPr hidden="false" id="125" name="Shape 12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52" name="GroupShape 15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3" name="Shape 15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54" name="Shape 15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440B416-CE77-47FC-80D8-8E4158774D03}" type="slidenum">
              <a:t>&lt;#&gt;</a:t>
            </a:fld>
          </a:p>
        </p:txBody>
      </p:sp>
      <p:sp>
        <p:nvSpPr>
          <p:cNvPr hidden="false" id="155" name="Shape 15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56" name="GroupShape 15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7" name="Shape 15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58" name="Shape 15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8864CA9-E08F-4822-87B0-78121C80E612}" type="slidenum">
              <a:t>&lt;#&gt;</a:t>
            </a:fld>
          </a:p>
        </p:txBody>
      </p:sp>
      <p:sp>
        <p:nvSpPr>
          <p:cNvPr hidden="false" id="159" name="Shape 15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0" name="GroupShape 1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1" name="Shape 16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62" name="Shape 16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21784BE-101D-492F-B426-75C175226802}" type="slidenum">
              <a:t>&lt;#&gt;</a:t>
            </a:fld>
          </a:p>
        </p:txBody>
      </p:sp>
      <p:sp>
        <p:nvSpPr>
          <p:cNvPr hidden="false" id="163" name="Shape 16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4" name="GroupShape 1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5" name="Shape 16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66" name="Shape 16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88EDCD2-B39D-4DD5-A19A-48FEDE92CE6D}" type="slidenum">
              <a:t>&lt;#&gt;</a:t>
            </a:fld>
          </a:p>
        </p:txBody>
      </p:sp>
      <p:sp>
        <p:nvSpPr>
          <p:cNvPr hidden="false" id="167" name="Shape 16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8" name="GroupShape 16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9" name="Shape 16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70" name="Shape 17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1F16F13-0AC2-4E5F-9424-DB7D5C625F8D}" type="slidenum">
              <a:t>&lt;#&gt;</a:t>
            </a:fld>
          </a:p>
        </p:txBody>
      </p:sp>
      <p:sp>
        <p:nvSpPr>
          <p:cNvPr hidden="false" id="171" name="Shape 17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78" name="GroupShape 17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9" name="Shape 17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80" name="Shape 18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EDED41D-475C-4C60-914A-78F9A9630F12}" type="slidenum">
              <a:t>&lt;#&gt;</a:t>
            </a:fld>
          </a:p>
        </p:txBody>
      </p:sp>
      <p:sp>
        <p:nvSpPr>
          <p:cNvPr hidden="false" id="181" name="Shape 18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2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94" name="GroupShape 19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95" name="Shape 19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96" name="Shape 19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DBD66E8-78FC-4D7E-BBC8-459F2E3AE0C9}" type="slidenum">
              <a:t>&lt;#&gt;</a:t>
            </a:fld>
          </a:p>
        </p:txBody>
      </p:sp>
      <p:sp>
        <p:nvSpPr>
          <p:cNvPr hidden="false" id="197" name="Shape 19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2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203" name="GroupShape 20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4" name="Shape 20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205" name="Shape 20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8646FA5-7357-45B7-BD35-7853F3B34B90}" type="slidenum">
              <a:t>&lt;#&gt;</a:t>
            </a:fld>
          </a:p>
        </p:txBody>
      </p:sp>
      <p:sp>
        <p:nvSpPr>
          <p:cNvPr hidden="false" id="206" name="Shape 20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2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Обычный 3">
    <p:spTree>
      <p:nvGrpSpPr>
        <p:cNvPr hidden="false" id="188" name="GroupShape 1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9" name="Shape 189"/>
          <p:cNvSpPr txBox="true"/>
          <p:nvPr isPhoto="false">
            <p:ph idx="0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trike="noStrike" sz="4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90" name="Shape 190"/>
          <p:cNvSpPr txBox="true"/>
          <p:nvPr isPhoto="false">
            <p:ph idx="0" type="body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spcBef>
                <a:spcPts val="1417"/>
              </a:spcBef>
            </a:pPr>
            <a:endParaRPr b="false" strike="noStrike" sz="32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91" name="Shape 19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92" name="Shape 19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59944A3-D9F3-40C8-BEDD-913A40551C0C}" type="slidenum">
              <a:t>&lt;#&gt;</a:t>
            </a:fld>
          </a:p>
        </p:txBody>
      </p:sp>
      <p:sp>
        <p:nvSpPr>
          <p:cNvPr hidden="false" id="193" name="Shape 19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1" Target="../theme/theme1.xml" Type="http://schemas.openxmlformats.org/officeDocument/2006/relationships/theme"/>
  <Relationship Id="rId2" Target="../slideLayouts/slideLayout22.xml" Type="http://schemas.openxmlformats.org/officeDocument/2006/relationships/slideLayout"/>
  <Relationship Id="rId3" Target="../media/1.jpeg" Type="http://schemas.openxmlformats.org/officeDocument/2006/relationships/image"/>
</Relationships>

</file>

<file path=ppt/slideMasters/_rels/slideMaster2.xml.rels><?xml version="1.0" encoding="UTF-8" standalone="no" ?>
<Relationships xmlns="http://schemas.openxmlformats.org/package/2006/relationships">
  <Relationship Id="rId1" Target="../theme/theme2.xml" Type="http://schemas.openxmlformats.org/officeDocument/2006/relationships/theme"/>
  <Relationship Id="rId2" Target="../slideLayouts/slideLayout7.xml" Type="http://schemas.openxmlformats.org/officeDocument/2006/relationships/slideLayout"/>
  <Relationship Id="rId3" Target="../media/2.jpeg" Type="http://schemas.openxmlformats.org/officeDocument/2006/relationships/image"/>
</Relationships>

</file>

<file path=ppt/slideMasters/_rels/slideMaster3.xml.rels><?xml version="1.0" encoding="UTF-8" standalone="no" ?>
<Relationships xmlns="http://schemas.openxmlformats.org/package/2006/relationships">
  <Relationship Id="rId1" Target="../theme/theme3.xml" Type="http://schemas.openxmlformats.org/officeDocument/2006/relationships/theme"/>
  <Relationship Id="rId2" Target="../slideLayouts/slideLayout6.xml" Type="http://schemas.openxmlformats.org/officeDocument/2006/relationships/slideLayout"/>
  <Relationship Id="rId3" Target="../media/1.jpeg" Type="http://schemas.openxmlformats.org/officeDocument/2006/relationships/image"/>
</Relationships>

</file>

<file path=ppt/slideMasters/_rels/slideMaster4.xml.rels><?xml version="1.0" encoding="UTF-8" standalone="no" ?>
<Relationships xmlns="http://schemas.openxmlformats.org/package/2006/relationships">
  <Relationship Id="rId1" Target="../theme/theme4.xml" Type="http://schemas.openxmlformats.org/officeDocument/2006/relationships/theme"/>
  <Relationship Id="rId2" Target="../slideLayouts/slideLayout9.xml" Type="http://schemas.openxmlformats.org/officeDocument/2006/relationships/slideLayout"/>
  <Relationship Id="rId3" Target="../media/3.jpeg" Type="http://schemas.openxmlformats.org/officeDocument/2006/relationships/image"/>
</Relationships>

</file>

<file path=ppt/slideMasters/_rels/slideMaster5.xml.rels><?xml version="1.0" encoding="UTF-8" standalone="no" ?>
<Relationships xmlns="http://schemas.openxmlformats.org/package/2006/relationships">
  <Relationship Id="rId1" Target="../theme/theme5.xml" Type="http://schemas.openxmlformats.org/officeDocument/2006/relationships/theme"/>
  <Relationship Id="rId2" Target="../slideLayouts/slideLayout14.xml" Type="http://schemas.openxmlformats.org/officeDocument/2006/relationships/slideLayout"/>
  <Relationship Id="rId3" Target="../media/3.jpeg" Type="http://schemas.openxmlformats.org/officeDocument/2006/relationships/image"/>
</Relationships>

</file>

<file path=ppt/slideMasters/_rels/slideMaster6.xml.rels><?xml version="1.0" encoding="UTF-8" standalone="no" ?>
<Relationships xmlns="http://schemas.openxmlformats.org/package/2006/relationships">
  <Relationship Id="rId1" Target="../theme/theme6.xml" Type="http://schemas.openxmlformats.org/officeDocument/2006/relationships/theme"/>
  <Relationship Id="rId2" Target="../slideLayouts/slideLayout17.xml" Type="http://schemas.openxmlformats.org/officeDocument/2006/relationships/slideLayout"/>
  <Relationship Id="rId3" Target="../media/3.jpeg" Type="http://schemas.openxmlformats.org/officeDocument/2006/relationships/image"/>
</Relationships>

</file>

<file path=ppt/slideMasters/_rels/slideMaster7.xml.rels><?xml version="1.0" encoding="UTF-8" standalone="no" ?>
<Relationships xmlns="http://schemas.openxmlformats.org/package/2006/relationships">
  <Relationship Id="rId1" Target="../theme/theme7.xml" Type="http://schemas.openxmlformats.org/officeDocument/2006/relationships/theme"/>
  <Relationship Id="rId2" Target="../slideLayouts/slideLayout18.xml" Type="http://schemas.openxmlformats.org/officeDocument/2006/relationships/slideLayout"/>
  <Relationship Id="rId3" Target="../media/1.jpeg" Type="http://schemas.openxmlformats.org/officeDocument/2006/relationships/image"/>
</Relationships>

</file>

<file path=ppt/slideMasters/_rels/slideMaster8.xml.rels><?xml version="1.0" encoding="UTF-8" standalone="no" ?>
<Relationships xmlns="http://schemas.openxmlformats.org/package/2006/relationships">
  <Relationship Id="rId1" Target="../theme/theme8.xml" Type="http://schemas.openxmlformats.org/officeDocument/2006/relationships/theme"/>
  <Relationship Id="rId2" Target="../slideLayouts/slideLayout8.xml" Type="http://schemas.openxmlformats.org/officeDocument/2006/relationships/slideLayout"/>
  <Relationship Id="rId3" Target="../media/3.jpeg" Type="http://schemas.openxmlformats.org/officeDocument/2006/relationships/image"/>
</Relationships>

</file>

<file path=ppt/slideMasters/_rels/slideMaster9.xml.rels><?xml version="1.0" encoding="UTF-8" standalone="no" ?>
<Relationships xmlns="http://schemas.openxmlformats.org/package/2006/relationships">
  <Relationship Id="rId1" Target="../theme/theme9.xml" Type="http://schemas.openxmlformats.org/officeDocument/2006/relationships/theme"/>
  <Relationship Id="rId2" Target="../slideLayouts/slideLayout21.xml" Type="http://schemas.openxmlformats.org/officeDocument/2006/relationships/slideLayout"/>
  <Relationship Id="rId3" Target="../media/3.jpeg" Type="http://schemas.openxmlformats.org/officeDocument/2006/relationships/image"/>
</Relationships>

</file>

<file path=ppt/slideMasters/_rels/slideMaster10.xml.rels><?xml version="1.0" encoding="UTF-8" standalone="no" ?>
<Relationships xmlns="http://schemas.openxmlformats.org/package/2006/relationships">
  <Relationship Id="rId1" Target="../theme/theme10.xml" Type="http://schemas.openxmlformats.org/officeDocument/2006/relationships/theme"/>
  <Relationship Id="rId2" Target="../slideLayouts/slideLayout19.xml" Type="http://schemas.openxmlformats.org/officeDocument/2006/relationships/slideLayout"/>
  <Relationship Id="rId3" Target="../media/4.jpeg" Type="http://schemas.openxmlformats.org/officeDocument/2006/relationships/image"/>
</Relationships>

</file>

<file path=ppt/slideMasters/_rels/slideMaster11.xml.rels><?xml version="1.0" encoding="UTF-8" standalone="no" ?>
<Relationships xmlns="http://schemas.openxmlformats.org/package/2006/relationships">
  <Relationship Id="rId1" Target="../theme/theme11.xml" Type="http://schemas.openxmlformats.org/officeDocument/2006/relationships/theme"/>
  <Relationship Id="rId2" Target="../slideLayouts/slideLayout11.xml" Type="http://schemas.openxmlformats.org/officeDocument/2006/relationships/slideLayout"/>
  <Relationship Id="rId3" Target="../media/5.jpeg" Type="http://schemas.openxmlformats.org/officeDocument/2006/relationships/image"/>
</Relationships>

</file>

<file path=ppt/slideMasters/_rels/slideMaster12.xml.rels><?xml version="1.0" encoding="UTF-8" standalone="no" ?>
<Relationships xmlns="http://schemas.openxmlformats.org/package/2006/relationships">
  <Relationship Id="rId1" Target="../theme/theme12.xml" Type="http://schemas.openxmlformats.org/officeDocument/2006/relationships/theme"/>
  <Relationship Id="rId2" Target="../slideLayouts/slideLayout20.xml" Type="http://schemas.openxmlformats.org/officeDocument/2006/relationships/slideLayout"/>
  <Relationship Id="rId3" Target="../media/6.jpeg" Type="http://schemas.openxmlformats.org/officeDocument/2006/relationships/image"/>
</Relationships>

</file>

<file path=ppt/slideMasters/_rels/slideMaster13.xml.rels><?xml version="1.0" encoding="UTF-8" standalone="no" ?>
<Relationships xmlns="http://schemas.openxmlformats.org/package/2006/relationships">
  <Relationship Id="rId1" Target="../theme/theme13.xml" Type="http://schemas.openxmlformats.org/officeDocument/2006/relationships/theme"/>
  <Relationship Id="rId2" Target="../slideLayouts/slideLayout3.xml" Type="http://schemas.openxmlformats.org/officeDocument/2006/relationships/slideLayout"/>
  <Relationship Id="rId3" Target="../media/1.jpeg" Type="http://schemas.openxmlformats.org/officeDocument/2006/relationships/image"/>
</Relationships>

</file>

<file path=ppt/slideMasters/_rels/slideMaster14.xml.rels><?xml version="1.0" encoding="UTF-8" standalone="no" ?>
<Relationships xmlns="http://schemas.openxmlformats.org/package/2006/relationships">
  <Relationship Id="rId1" Target="../theme/theme14.xml" Type="http://schemas.openxmlformats.org/officeDocument/2006/relationships/theme"/>
  <Relationship Id="rId2" Target="../slideLayouts/slideLayout5.xml" Type="http://schemas.openxmlformats.org/officeDocument/2006/relationships/slideLayout"/>
  <Relationship Id="rId3" Target="../media/7.jpeg" Type="http://schemas.openxmlformats.org/officeDocument/2006/relationships/image"/>
</Relationships>

</file>

<file path=ppt/slideMasters/_rels/slideMaster15.xml.rels><?xml version="1.0" encoding="UTF-8" standalone="no" ?>
<Relationships xmlns="http://schemas.openxmlformats.org/package/2006/relationships">
  <Relationship Id="rId1" Target="../theme/theme15.xml" Type="http://schemas.openxmlformats.org/officeDocument/2006/relationships/theme"/>
  <Relationship Id="rId2" Target="../slideLayouts/slideLayout10.xml" Type="http://schemas.openxmlformats.org/officeDocument/2006/relationships/slideLayout"/>
  <Relationship Id="rId3" Target="../media/1.jpeg" Type="http://schemas.openxmlformats.org/officeDocument/2006/relationships/image"/>
</Relationships>

</file>

<file path=ppt/slideMasters/_rels/slideMaster16.xml.rels><?xml version="1.0" encoding="UTF-8" standalone="no" ?>
<Relationships xmlns="http://schemas.openxmlformats.org/package/2006/relationships">
  <Relationship Id="rId1" Target="../theme/theme16.xml" Type="http://schemas.openxmlformats.org/officeDocument/2006/relationships/theme"/>
  <Relationship Id="rId2" Target="../slideLayouts/slideLayout16.xml" Type="http://schemas.openxmlformats.org/officeDocument/2006/relationships/slideLayout"/>
  <Relationship Id="rId3" Target="../media/8.jpeg" Type="http://schemas.openxmlformats.org/officeDocument/2006/relationships/image"/>
</Relationships>

</file>

<file path=ppt/slideMasters/_rels/slideMaster17.xml.rels><?xml version="1.0" encoding="UTF-8" standalone="no" ?>
<Relationships xmlns="http://schemas.openxmlformats.org/package/2006/relationships">
  <Relationship Id="rId1" Target="../theme/theme17.xml" Type="http://schemas.openxmlformats.org/officeDocument/2006/relationships/theme"/>
  <Relationship Id="rId2" Target="../slideLayouts/slideLayout15.xml" Type="http://schemas.openxmlformats.org/officeDocument/2006/relationships/slideLayout"/>
  <Relationship Id="rId3" Target="../media/9.jpeg" Type="http://schemas.openxmlformats.org/officeDocument/2006/relationships/image"/>
</Relationships>

</file>

<file path=ppt/slideMasters/_rels/slideMaster18.xml.rels><?xml version="1.0" encoding="UTF-8" standalone="no" ?>
<Relationships xmlns="http://schemas.openxmlformats.org/package/2006/relationships">
  <Relationship Id="rId1" Target="../theme/theme18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media/10.jpeg" Type="http://schemas.openxmlformats.org/officeDocument/2006/relationships/image"/>
</Relationships>

</file>

<file path=ppt/slideMasters/_rels/slideMaster19.xml.rels><?xml version="1.0" encoding="UTF-8" standalone="no" ?>
<Relationships xmlns="http://schemas.openxmlformats.org/package/2006/relationships">
  <Relationship Id="rId1" Target="../theme/theme19.xml" Type="http://schemas.openxmlformats.org/officeDocument/2006/relationships/theme"/>
  <Relationship Id="rId2" Target="../slideLayouts/slideLayout13.xml" Type="http://schemas.openxmlformats.org/officeDocument/2006/relationships/slideLayout"/>
  <Relationship Id="rId3" Target="../media/11.jpeg" Type="http://schemas.openxmlformats.org/officeDocument/2006/relationships/image"/>
</Relationships>

</file>

<file path=ppt/slideMasters/_rels/slideMaster20.xml.rels><?xml version="1.0" encoding="UTF-8" standalone="no" ?>
<Relationships xmlns="http://schemas.openxmlformats.org/package/2006/relationships">
  <Relationship Id="rId1" Target="../theme/theme20.xml" Type="http://schemas.openxmlformats.org/officeDocument/2006/relationships/theme"/>
  <Relationship Id="rId2" Target="../slideLayouts/slideLayout2.xml" Type="http://schemas.openxmlformats.org/officeDocument/2006/relationships/slideLayout"/>
  <Relationship Id="rId3" Target="../slideLayouts/slideLayout4.xml" Type="http://schemas.openxmlformats.org/officeDocument/2006/relationships/slideLayout"/>
  <Relationship Id="rId4" Target="../media/12.jpeg" Type="http://schemas.openxmlformats.org/officeDocument/2006/relationships/image"/>
</Relationships>

</file>

<file path=ppt/slideMasters/_rels/slideMaster21.xml.rels><?xml version="1.0" encoding="UTF-8" standalone="no" ?>
<Relationships xmlns="http://schemas.openxmlformats.org/package/2006/relationships">
  <Relationship Id="rId1" Target="../theme/theme21.xml" Type="http://schemas.openxmlformats.org/officeDocument/2006/relationships/theme"/>
  <Relationship Id="rId2" Target="../slideLayouts/slideLayout12.xml" Type="http://schemas.openxmlformats.org/officeDocument/2006/relationships/slideLayout"/>
  <Relationship Id="rId3" Target="../media/3.jpeg" Type="http://schemas.openxmlformats.org/officeDocument/2006/relationships/image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3" name="Shape 3"/>
          <p:cNvSpPr txBox="true"/>
          <p:nvPr isPhoto="false">
            <p:ph idx="0" type="body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4" name="Shape 4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" name="Shape 5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DFD689C1-43C5-4858-B906-04947109A007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" name="Shape 6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9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1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9" name="Shape 9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0" name="Shape 10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60567984-6368-4DF6-9C94-98FAB398A003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1" name="Shape 11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0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3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" name="Shape 13"/>
          <p:cNvSpPr txBox="true"/>
          <p:nvPr isPhoto="false">
            <p:ph idx="2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4" name="Shape 14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5" name="Shape 15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9CCCE634-FCE5-48BF-9E72-4FEFFCFC4CC3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6" name="Shape 16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1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4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3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19" name="Shape 19"/>
          <p:cNvSpPr txBox="true"/>
          <p:nvPr isPhoto="false">
            <p:ph idx="3" type="body"/>
          </p:nvPr>
        </p:nvSpPr>
        <p:spPr>
          <a:xfrm flipH="false" flipV="false" rot="0"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0" name="Shape 20"/>
          <p:cNvSpPr txBox="true"/>
          <p:nvPr isPhoto="false">
            <p:ph idx="3" type="body"/>
          </p:nvPr>
        </p:nvSpPr>
        <p:spPr>
          <a:xfrm flipH="false" flipV="false" rot="0"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1" name="Shape 21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22" name="Shape 22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BE4ECDCF-29EE-4827-AEA3-79FF1C09A789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23" name="Shape 23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2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5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24" name="GroupShape 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" name="Shape 25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26" name="Shape 26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E673A40E-D033-4BD6-971D-61176AFFF084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27" name="Shape 27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3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6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28" name="GroupShape 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" name="Shape 29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0" name="Shape 30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05F0D44A-63F3-462C-8F07-2BD22EF7DA1D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1" name="Shape 31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4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7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32" name="GroupShape 3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3" name="Shape 33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4" name="Shape 34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FB655069-5CC5-4E4F-9EF1-F824100ABB5F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5" name="Shape 35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5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8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36" name="GroupShape 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" name="Shape 37"/>
          <p:cNvSpPr txBox="true"/>
          <p:nvPr isPhoto="false">
            <p:ph idx="4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38" name="Shape 38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9" name="Shape 39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8E68C9E7-A12E-47D0-B3B3-19E91DA5B4A5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0" name="Shape 40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6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9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41" name="GroupShape 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" name="Shape 42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3" name="Shape 43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E2C182DA-3654-4532-8DBD-AC94EF31E053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4" name="Shape 44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7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0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45" name="GroupShape 4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6" name="Shape 46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7" name="Shape 47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CAAE2EEE-9E9C-4156-9572-CA1CE8A16510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8" name="Shape 48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8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49" name="GroupShape 4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0" name="Shape 50"/>
          <p:cNvSpPr txBox="true"/>
          <p:nvPr isPhoto="false">
            <p:ph idx="5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51" name="Shape 51"/>
          <p:cNvSpPr txBox="true"/>
          <p:nvPr isPhoto="false">
            <p:ph idx="5" type="body"/>
          </p:nvPr>
        </p:nvSpPr>
        <p:spPr>
          <a:xfrm flipH="false" flipV="false" rot="0"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52" name="Shape 52"/>
          <p:cNvSpPr txBox="true"/>
          <p:nvPr isPhoto="false">
            <p:ph idx="5" type="body"/>
          </p:nvPr>
        </p:nvSpPr>
        <p:spPr>
          <a:xfrm flipH="false" flipV="false" rot="0"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53" name="Shape 53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4" name="Shape 54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26663B8E-86AF-4AE5-A531-25999E87EDB8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5" name="Shape 55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9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2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56" name="GroupShape 5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7" name="Shape 57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8" name="Shape 58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297C591C-B974-418C-9DA5-F88F5687EAE6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9" name="Shape 59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0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3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60" name="GroupShape 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1" name="Shape 61"/>
          <p:cNvSpPr txBox="true"/>
          <p:nvPr isPhoto="false">
            <p:ph idx="6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62" name="Shape 62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3" name="Shape 63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24D445BA-BF7D-487C-9AAB-BDD062B5343D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4" name="Shape 64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1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4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65" name="GroupShape 6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6" name="Shape 66"/>
          <p:cNvSpPr txBox="true"/>
          <p:nvPr isPhoto="false">
            <p:ph idx="7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67" name="Shape 67"/>
          <p:cNvSpPr txBox="true"/>
          <p:nvPr isPhoto="false">
            <p:ph idx="7" type="body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68" name="Shape 68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9" name="Shape 69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32093C05-8ED7-4C9D-8C63-3BD4022E2431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70" name="Shape 70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2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5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71" name="GroupShape 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2" name="Shape 72"/>
          <p:cNvSpPr txBox="true"/>
          <p:nvPr isPhoto="false">
            <p:ph idx="8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73" name="Shape 73"/>
          <p:cNvSpPr txBox="true"/>
          <p:nvPr isPhoto="false">
            <p:ph idx="8" type="body"/>
          </p:nvPr>
        </p:nvSpPr>
        <p:spPr>
          <a:xfrm flipH="false" flipV="false" rot="0"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74" name="Shape 74"/>
          <p:cNvSpPr txBox="true"/>
          <p:nvPr isPhoto="false">
            <p:ph idx="8" type="body"/>
          </p:nvPr>
        </p:nvSpPr>
        <p:spPr>
          <a:xfrm flipH="false" flipV="false" rot="0"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75" name="Shape 75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76" name="Shape 76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192128C7-B67B-48B0-9C81-34B573BF7543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77" name="Shape 77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3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6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78" name="GroupShape 7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9" name="Shape 79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80" name="Shape 80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A907B6DE-ECAD-48EB-AA42-FE277615BE5D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81" name="Shape 81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4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7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84" name="Shape 84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E81C6FC1-9C89-4E79-8648-B2FB789B38C7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85" name="Shape 85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5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8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86" name="GroupShape 8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7" name="Shape 87"/>
          <p:cNvSpPr txBox="true"/>
          <p:nvPr isPhoto="false">
            <p:ph idx="9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88" name="Shape 88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89" name="Shape 89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DE054844-086D-48A5-8351-D3B76AAC2F59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90" name="Shape 90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91" name="Shape 91"/>
          <p:cNvSpPr txBox="true"/>
          <p:nvPr isPhoto="false">
            <p:ph idx="9" type="body"/>
          </p:nvPr>
        </p:nvSpPr>
        <p:spPr>
          <a:xfrm flipH="false" flipV="false" rot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32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32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2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2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24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2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20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20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20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20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20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20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20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20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6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9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92" name="GroupShape 9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3" name="Shape 93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94" name="Shape 94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906FCAD7-1FCD-469B-9AF5-A284CBA2ED55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95" name="Shape 95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7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0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4"/>
          <a:stretch/>
        </a:blipFill>
      </p:bgPr>
    </p:bg>
    <p:spTree>
      <p:nvGrpSpPr>
        <p:cNvPr hidden="false" id="96" name="GroupShape 9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7" name="Shape 97"/>
          <p:cNvSpPr txBox="true"/>
          <p:nvPr isPhoto="false">
            <p:ph idx="10" type="title"/>
          </p:nvPr>
        </p:nvSpPr>
        <p:spPr>
          <a:xfrm flipH="false" flipV="false" rot="0"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 marL="0"/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текста заглавия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98" name="Shape 98"/>
          <p:cNvSpPr txBox="true"/>
          <p:nvPr isPhoto="false">
            <p:ph idx="10" type="body"/>
          </p:nvPr>
        </p:nvSpPr>
        <p:spPr>
          <a:xfrm flipH="false" flipV="false" rot="0"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spcBef>
                <a:spcPts val="1417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правки структуры щёлкните мышью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324000" lvl="1" marL="864000">
              <a:spcBef>
                <a:spcPts val="1134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Второй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88000" lvl="2" marL="1296000">
              <a:spcBef>
                <a:spcPts val="850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Третий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3" marL="1728000">
              <a:spcBef>
                <a:spcPts val="567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Четвёртый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4" marL="2160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Пятый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5" marL="2592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Шестой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-216000" lvl="6" marL="3024000">
              <a:spcBef>
                <a:spcPts val="283"/>
              </a:spcBef>
            </a:pPr>
            <a:r>
              <a:rPr b="false" strike="noStrike" sz="180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Седьмой уровень структуры</a:t>
            </a:r>
            <a:endParaRPr b="false" strike="noStrike" sz="18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99" name="Shape 99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00" name="Shape 100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8950B725-16A1-4620-8356-DCA7254A961E}" type="slidenum"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01" name="Shape 101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8" r:id="rId2"/>
    <p:sldLayoutId id="2147483689" r:id="rId3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blipFill>
          <a:blip r:embed="rId3"/>
          <a:stretch/>
        </a:blipFill>
      </p:bgPr>
    </p:bg>
    <p:spTree>
      <p:nvGrpSpPr>
        <p:cNvPr hidden="false" id="102" name="GroupShape 10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3" name="Shape 103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>
              <a:lnSpc>
                <a:spcPct val="100000"/>
              </a:lnSpc>
            </a:pPr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04" name="Shape 104"/>
          <p:cNvSpPr txBox="true"/>
          <p:nvPr isPhoto="false">
            <p:ph idx="4" type="sldNum"/>
          </p:nvPr>
        </p:nvSpPr>
        <p:spPr>
          <a:xfrm flipH="false" flipV="false" rot="0"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000" lIns="90000" rIns="90000" tIns="4500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>
              <a:lnSpc>
                <a:spcPct val="100000"/>
              </a:lnSpc>
            </a:pPr>
            <a:fld id="{839A17C5-7F33-499B-90C8-37047B3A3A42}" type="slidenum"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&lt;#&gt;</a:t>
            </a:fld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05" name="Shape 105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buNone/>
              <a:def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marL="0"/>
            <a:r>
              <a:rPr b="false" strike="noStrike" sz="14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&lt;дата/время&gt;</a:t>
            </a:r>
            <a:endParaRPr b="false" strike="noStrike" sz="140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0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media/4.jpe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4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3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blipFill>
          <a:blip r:embed="rId1"/>
          <a:stretch/>
        </a:blipFill>
      </p:bgPr>
    </p:bg>
    <p:spTree>
      <p:nvGrpSpPr>
        <p:cNvPr hidden="false" id="218" name="GroupShape 2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9" name="Shape 219"/>
          <p:cNvSpPr txBox="true"/>
          <p:nvPr isPhoto="false"/>
        </p:nvSpPr>
        <p:spPr>
          <a:xfrm flipH="false" flipV="false" rot="0">
            <a:off x="6170615" y="2276569"/>
            <a:ext cx="6025416" cy="1392396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r"/>
            <a:r>
              <a:rPr b="true" sz="44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Праздники Февраля </a:t>
            </a:r>
            <a:endParaRPr b="true" sz="44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  <a:p>
            <a:pPr algn="r"/>
            <a:r>
              <a:rPr b="true" sz="44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и Марта</a:t>
            </a:r>
            <a:endParaRPr b="true" sz="44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20" name="Shape 220"/>
          <p:cNvSpPr txBox="true"/>
          <p:nvPr isPhoto="false"/>
        </p:nvSpPr>
        <p:spPr>
          <a:xfrm flipH="false" flipV="false" rot="0">
            <a:off x="6906209" y="4510889"/>
            <a:ext cx="5202000" cy="564515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r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202С, Козодаеа Милена</a:t>
            </a: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21" name="GroupShape 2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2" name="Shape 222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•Как возник 8 Марта?</a:t>
            </a: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23" name="Shape 223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•Впервые отмечен в 1910 году по инициативе Клары Цеткин.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•С 1975 года — официальный праздник ООН.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•В России — государственный выходной с 1965 года.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•Элемент дизайна: Красный тюльпан в правом нижнем углу как символ весны и уважения</a:t>
            </a: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25" name="Picture 22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26" name="GroupShape 22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7" name="Shape 227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Как празднуют 8 Марта?</a:t>
            </a: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28" name="Shape 228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Подарки: цветы, конфеты, украшения.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Тюльпаны — самый популярный цветок праздника.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Концерты и праздничные мероприятия.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Защита: Быть адвокатом пациента, защищать его права и интересы.</a:t>
            </a: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30" name="Picture 230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31" name="GroupShape 2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2" name="Shape 232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Символ весны, нежности и возрождения</a:t>
            </a: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33" name="Shape 233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Разные цвета — разные значения: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Красный — любовь и уважение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Жёлтый — радость и солнечное настроение.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Розовый — нежность и благодарность.</a:t>
            </a: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35" name="Picture 23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36" name="GroupShape 2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7" name="Shape 237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 Тёплые слова для близких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38" name="Shape 238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С 8 Марта! Пусть каждый день дарит улыбки,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А тюльпаны на столе напоминают: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Вы — прекрасны, как весенний цветок!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40" name="Picture 240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41" name="GroupShape 2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2" name="Shape 242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Праздник равенства и уважения.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43" name="Shape 243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Признание достижений женщин в науке, искусстве, бизнесе.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Важность поддержки и взаимопонимания.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 Тюльпан как символ красоты и силы природы.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45" name="Picture 24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46" name="GroupShape 24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7" name="Shape 247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Отмечается с 1918 года (создание Красной Армии).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48" name="Shape 248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С 2002 года — официальный государственный праздник.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День чествования всех защитников Родины.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50" name="Picture 250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1" name="GroupShape 25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2" name="Shape 252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•Военнослужащие и ветераны.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53" name="Shape 253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•Сотрудники МЧС, полиции, спецслужб.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•Папы, дедушки, братья — все защитники семьи.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•Каждый, кто стоит на страже мира.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55" name="Picture 25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6" name="GroupShape 25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7" name="Shape 257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•Подарки: инструменты, книги, аксессуары.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58" name="Shape 258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•Праздничный стол с любимыми блюдами.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•Концерты, парады, возложения цветов.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•Нежный тюльпан как символ мира, который они защищают.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60" name="Picture 260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61" name="GroupShape 26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2" name="Shape 262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•Защита родных и страны — высшая ценность.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63" name="Shape 263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•Единство поколений и преемственность традиций.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•Мир как главная цель защитников.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•Тюльпан — хрупкая красота, ради которой стоит бороться.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65" name="Picture 26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66" name="GroupShape 26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7" name="Shape 267"/>
          <p:cNvSpPr txBox="true"/>
          <p:nvPr isPhoto="false"/>
        </p:nvSpPr>
        <p:spPr>
          <a:xfrm flipH="false" flipV="false" rot="0">
            <a:off x="914400" y="1371600"/>
            <a:ext cx="10058400" cy="91440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/>
            <a: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•23 Февраля и 8 Марта — два праздника,</a:t>
            </a:r>
            <a:br>
              <a:rPr b="true" sz="32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endParaRPr b="true" sz="32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hidden="false" id="268" name="Shape 268"/>
          <p:cNvSpPr txBox="true"/>
          <p:nvPr isPhoto="false"/>
        </p:nvSpPr>
        <p:spPr>
          <a:xfrm flipH="false" flipV="false" rot="0">
            <a:off x="914400" y="2286000"/>
            <a:ext cx="10058400" cy="274320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/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которые напоминают: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сила защищает, нежность вдохновляет,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а тюльпан символизирует надежду на мир и счастье!</a:t>
            </a:r>
            <a:b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</a:br>
            <a:r>
              <a:rPr sz="2000">
                <a:solidFill>
                  <a:srgbClr val="034185"/>
                </a:solidFill>
                <a:latin typeface="Montserrat"/>
                <a:ea typeface="Montserrat"/>
                <a:cs typeface="Montserrat"/>
              </a:rPr>
              <a:t>•Цените близких каждый день!.</a:t>
            </a:r>
            <a:endParaRPr sz="2000">
              <a:solidFill>
                <a:srgbClr val="03418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hidden="false" id="270" name="Picture 270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96158" y="4045767"/>
            <a:ext cx="2755648" cy="2755648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71" name="GroupShape 2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72" name="Shape 272"/>
          <p:cNvSpPr txBox="true"/>
          <p:nvPr isPhoto="false">
            <p:ph idx="6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73" name="Shape 273"/>
          <p:cNvSpPr txBox="true"/>
          <p:nvPr isPhoto="false">
            <p:ph idx="6" type="sub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74" name="Shape 274"/>
          <p:cNvSpPr txBox="true"/>
          <p:nvPr isPhoto="false">
            <p:ph idx="6" type="title"/>
          </p:nvPr>
        </p:nvSpPr>
        <p:spPr>
          <a:xfrm flipH="false" flipV="false" rot="0"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>
            <a:defPPr/>
            <a:lvl1pPr lvl="0"/>
          </a:lstStyle>
          <a:p>
            <a:pPr algn="ctr" indent="0" marL="0">
              <a:lnSpc>
                <a:spcPct val="90000"/>
              </a:lnSpc>
              <a:buNone/>
            </a:pPr>
            <a:r>
              <a:rPr b="true" strike="noStrike" sz="60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Спасибо за внимание!</a:t>
            </a:r>
            <a:endParaRPr b="false" strike="noStrike" sz="60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275" name="Shape 275"/>
          <p:cNvSpPr txBox="true"/>
          <p:nvPr isPhoto="false">
            <p:ph idx="6" type="subTitle"/>
          </p:nvPr>
        </p:nvSpPr>
        <p:spPr>
          <a:xfrm flipH="false" flipV="false" rot="0"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lstStyle>
            <a:defPPr/>
            <a:lvl1pPr lvl="0"/>
          </a:lstStyle>
          <a:p>
            <a:pPr algn="ctr" indent="0" marL="0">
              <a:lnSpc>
                <a:spcPct val="90000"/>
              </a:lnSpc>
              <a:spcBef>
                <a:spcPts val="1001"/>
              </a:spcBef>
              <a:buNone/>
            </a:pPr>
            <a:r>
              <a:rPr b="true" strike="noStrike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Наши контакты:</a:t>
            </a:r>
            <a:endParaRPr b="false" strike="noStrike" sz="2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 indent="0" marL="0">
              <a:lnSpc>
                <a:spcPct val="90000"/>
              </a:lnSpc>
              <a:spcBef>
                <a:spcPts val="1001"/>
              </a:spcBef>
              <a:buNone/>
            </a:pPr>
            <a:r>
              <a:rPr b="false" strike="noStrike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117105, г. Москва, Варшавское шоссе, д. 16А   </a:t>
            </a:r>
            <a:endParaRPr b="false" strike="noStrike" sz="2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 indent="0" marL="0">
              <a:lnSpc>
                <a:spcPct val="90000"/>
              </a:lnSpc>
              <a:spcBef>
                <a:spcPts val="1001"/>
              </a:spcBef>
              <a:buNone/>
            </a:pPr>
            <a:r>
              <a:rPr b="false" strike="noStrike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тел.: 8 (499)418-00-02   e-mail: mkramn@inbox.ru</a:t>
            </a:r>
            <a:endParaRPr b="false" strike="noStrike" sz="2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 indent="0" marL="0">
              <a:lnSpc>
                <a:spcPct val="90000"/>
              </a:lnSpc>
              <a:spcBef>
                <a:spcPts val="1001"/>
              </a:spcBef>
              <a:buNone/>
            </a:pPr>
            <a:r>
              <a:rPr b="false" strike="noStrike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www.mkramn.ru</a:t>
            </a:r>
            <a:endParaRPr b="false" strike="noStrike" sz="240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2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3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4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5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6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7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8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9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0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2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3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4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5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6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7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8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9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20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2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MyOffice-CoreFramework-Linux/38-1384.1107.10199.1019.1@18975027e3ee4b688e27426d4a78178cb841a344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terms:modified xsi:type="dcterms:W3CDTF">2025-09-13T16:43:55Z</dcterms:modified>
</cp:coreProperties>
</file>